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Lexend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exend-bold.fntdata"/><Relationship Id="rId5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335990c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335990c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335990ca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335990ca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335990ca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335990ca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335990ca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335990ca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35990ca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335990ca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335990ca9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335990ca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35990ca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335990ca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35990ca9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335990ca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335990ca9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335990ca9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335990ca9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335990ca9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335990ca9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335990ca9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35990ca9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335990ca9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35990ca9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335990ca9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335990ca9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335990ca9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35990ca9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335990ca9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335990ca9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335990ca9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335990ca9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335990ca9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335990ca9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335990ca9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335990ca9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335990ca9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35990ca9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335990ca9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335990ca9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335990ca9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335990ca9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335990ca9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335990ca9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335990ca9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335990ca9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335990ca9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35990ca9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335990ca9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335990ca9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335990ca9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335990ca9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335990ca9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335990ca9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335990ca9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35990ca9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335990ca9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35990ca9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335990ca9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335990ca9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335990ca9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335990ca9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335990ca9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35990ca9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335990ca9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335990ca9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335990ca9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335990ca9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335990ca9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335990ca9_1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335990ca9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335990ca9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335990ca9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335990ca9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335990ca9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335990ca9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335990ca9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335990ca9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335990ca9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335990ca9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335990ca9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35990ca9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335990ca9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335990ca9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335990ca9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71" y="0"/>
            <a:ext cx="734785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0" y="1152475"/>
            <a:ext cx="91071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Ecosistema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913" y="1152469"/>
            <a:ext cx="3848176" cy="2563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publicar eventos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475" y="1321174"/>
            <a:ext cx="7638700" cy="30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reservar asientos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476" y="1043175"/>
            <a:ext cx="4285049" cy="363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QR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01" y="920375"/>
            <a:ext cx="2713975" cy="38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31900"/>
            <a:ext cx="34861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265775" y="2167225"/>
            <a:ext cx="8520600" cy="18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REQUISITOS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docker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463" y="1921798"/>
            <a:ext cx="7263073" cy="16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675" y="-3062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sail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laravel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175" y="1017725"/>
            <a:ext cx="367358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mysql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1333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SETUP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0" y="-122450"/>
            <a:ext cx="3506225" cy="35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setup-</a:t>
            </a: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arena.sh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.env.example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arena.sh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TESTS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10500"/>
            <a:ext cx="4941846" cy="198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2500" y="2701875"/>
            <a:ext cx="1669045" cy="19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authTest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eventoTest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reservaTest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compraTest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loginRoutesTest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reservaServiceTest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compraServiceTest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5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LiberarReservasServiceTest </a:t>
            </a:r>
            <a:endParaRPr b="1" sz="25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isAdminMIddlewareTest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modeloTest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sectorsDimensionsTest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429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8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6897" y="304800"/>
            <a:ext cx="617980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9050" y="1828800"/>
            <a:ext cx="24003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835305" y="931050"/>
            <a:ext cx="554321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HOME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3913800" y="2801375"/>
            <a:ext cx="13164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LOGIN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3758125" y="2801375"/>
            <a:ext cx="17298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http://localhost/login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3123025" y="3259950"/>
            <a:ext cx="300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</a:rPr>
              <a:t>admin@admin.com / admin</a:t>
            </a:r>
            <a:endParaRPr sz="11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</a:rPr>
              <a:t>juan@example.com / password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REGISTER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43"/>
          <p:cNvSpPr txBox="1"/>
          <p:nvPr/>
        </p:nvSpPr>
        <p:spPr>
          <a:xfrm>
            <a:off x="3643325" y="2801375"/>
            <a:ext cx="18906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http://localhost/register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EVENTOS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44"/>
          <p:cNvSpPr txBox="1"/>
          <p:nvPr/>
        </p:nvSpPr>
        <p:spPr>
          <a:xfrm>
            <a:off x="3643325" y="2801375"/>
            <a:ext cx="18906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http://localhost/eventos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DETALLE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45"/>
          <p:cNvSpPr txBox="1"/>
          <p:nvPr/>
        </p:nvSpPr>
        <p:spPr>
          <a:xfrm>
            <a:off x="3520850" y="2801375"/>
            <a:ext cx="2189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http://localhost/eventos/2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COMPRA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46"/>
          <p:cNvSpPr txBox="1"/>
          <p:nvPr/>
        </p:nvSpPr>
        <p:spPr>
          <a:xfrm>
            <a:off x="3520850" y="2801375"/>
            <a:ext cx="2189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http://localhost/compra/2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46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DASHBOARD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47"/>
          <p:cNvSpPr txBox="1"/>
          <p:nvPr/>
        </p:nvSpPr>
        <p:spPr>
          <a:xfrm>
            <a:off x="3520850" y="2801375"/>
            <a:ext cx="2189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http://localhost/dashboard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47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PROFILE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48"/>
          <p:cNvSpPr txBox="1"/>
          <p:nvPr/>
        </p:nvSpPr>
        <p:spPr>
          <a:xfrm>
            <a:off x="3520850" y="2801375"/>
            <a:ext cx="2189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http://localhost/profile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48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MIS EVENTOS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49"/>
          <p:cNvSpPr txBox="1"/>
          <p:nvPr/>
        </p:nvSpPr>
        <p:spPr>
          <a:xfrm>
            <a:off x="3520850" y="2801375"/>
            <a:ext cx="2189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http://localhost/mis-eventos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49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MIS EVENTOS </a:t>
            </a:r>
            <a:r>
              <a:rPr b="1" lang="es" sz="3022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INFO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50"/>
          <p:cNvSpPr txBox="1"/>
          <p:nvPr/>
        </p:nvSpPr>
        <p:spPr>
          <a:xfrm>
            <a:off x="3344800" y="2801375"/>
            <a:ext cx="2564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http://localhost/mis-eventos-info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MI EVENTO </a:t>
            </a:r>
            <a:r>
              <a:rPr b="1" lang="es" sz="3022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INFO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51"/>
          <p:cNvSpPr txBox="1"/>
          <p:nvPr/>
        </p:nvSpPr>
        <p:spPr>
          <a:xfrm>
            <a:off x="3344800" y="2801375"/>
            <a:ext cx="2564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http://localhost/mi-eventos-info/2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51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PAGOS PENDIENTES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52"/>
          <p:cNvSpPr txBox="1"/>
          <p:nvPr/>
        </p:nvSpPr>
        <p:spPr>
          <a:xfrm>
            <a:off x="3008025" y="2801375"/>
            <a:ext cx="30999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http://localhost/mis-pagos-pendientes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52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311700" y="892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API usuario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53"/>
          <p:cNvSpPr txBox="1"/>
          <p:nvPr/>
        </p:nvSpPr>
        <p:spPr>
          <a:xfrm>
            <a:off x="3289950" y="2013025"/>
            <a:ext cx="2564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http://localhost/mis-eventos-info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53"/>
          <p:cNvSpPr txBox="1"/>
          <p:nvPr/>
        </p:nvSpPr>
        <p:spPr>
          <a:xfrm>
            <a:off x="252575" y="183725"/>
            <a:ext cx="211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 ]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302" name="Google Shape;302;p53"/>
          <p:cNvSpPr txBox="1"/>
          <p:nvPr>
            <p:ph type="title"/>
          </p:nvPr>
        </p:nvSpPr>
        <p:spPr>
          <a:xfrm>
            <a:off x="311700" y="161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cerrar </a:t>
            </a:r>
            <a:r>
              <a:rPr lang="es" sz="162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sesión</a:t>
            </a:r>
            <a:endParaRPr sz="182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53"/>
          <p:cNvSpPr txBox="1"/>
          <p:nvPr/>
        </p:nvSpPr>
        <p:spPr>
          <a:xfrm>
            <a:off x="2294850" y="2016925"/>
            <a:ext cx="995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POST</a:t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53"/>
          <p:cNvSpPr txBox="1"/>
          <p:nvPr/>
        </p:nvSpPr>
        <p:spPr>
          <a:xfrm>
            <a:off x="3289950" y="3074300"/>
            <a:ext cx="25641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http://localhost/entadas/2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11700" y="267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62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cerrar sesión</a:t>
            </a:r>
            <a:endParaRPr sz="182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53"/>
          <p:cNvSpPr txBox="1"/>
          <p:nvPr/>
        </p:nvSpPr>
        <p:spPr>
          <a:xfrm>
            <a:off x="2212000" y="3078200"/>
            <a:ext cx="1077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DELETE</a:t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576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ADMIN</a:t>
            </a:r>
            <a:endParaRPr b="1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54"/>
          <p:cNvSpPr txBox="1"/>
          <p:nvPr/>
        </p:nvSpPr>
        <p:spPr>
          <a:xfrm>
            <a:off x="252575" y="183725"/>
            <a:ext cx="2962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+ admin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crear evento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55"/>
          <p:cNvSpPr txBox="1"/>
          <p:nvPr/>
        </p:nvSpPr>
        <p:spPr>
          <a:xfrm>
            <a:off x="3008025" y="2801375"/>
            <a:ext cx="30999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http://localhost/admin/eventos/create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55"/>
          <p:cNvSpPr txBox="1"/>
          <p:nvPr/>
        </p:nvSpPr>
        <p:spPr>
          <a:xfrm>
            <a:off x="252575" y="183725"/>
            <a:ext cx="2962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+ admin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actualizar </a:t>
            </a:r>
            <a:r>
              <a:rPr b="1" lang="es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evento</a:t>
            </a:r>
            <a:endParaRPr b="1" sz="3022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56"/>
          <p:cNvSpPr txBox="1"/>
          <p:nvPr/>
        </p:nvSpPr>
        <p:spPr>
          <a:xfrm>
            <a:off x="3008025" y="2801375"/>
            <a:ext cx="3099900" cy="306300"/>
          </a:xfrm>
          <a:prstGeom prst="rect">
            <a:avLst/>
          </a:prstGeom>
          <a:solidFill>
            <a:srgbClr val="B3B0B0">
              <a:alpha val="29409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http://localhost/admin/eventos/2</a:t>
            </a:r>
            <a:endParaRPr sz="11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56"/>
          <p:cNvSpPr txBox="1"/>
          <p:nvPr/>
        </p:nvSpPr>
        <p:spPr>
          <a:xfrm>
            <a:off x="252575" y="183725"/>
            <a:ext cx="2962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1"/>
                </a:solidFill>
              </a:rPr>
              <a:t>[  login required + admin  ]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